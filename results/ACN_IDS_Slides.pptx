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Network Intrusion Detection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on CIC-IDS2017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DE8F7"/>
                </a:solidFill>
                <a:latin typeface="Calibri"/>
              </a:rPr>
              <a:t>Comparing classifiers, Kernel PCA, and the rare-attack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Advanced Computer Networks course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5CA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Intrusion detection. </a:t>
            </a:r>
            <a:r>
              <a:rPr sz="1700">
                <a:solidFill>
                  <a:srgbClr val="0B0B0B"/>
                </a:solidFill>
                <a:latin typeface="Calibri"/>
              </a:rPr>
              <a:t>classify each network flow as benign or one of 14 attacks.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Flow-based. </a:t>
            </a:r>
            <a:r>
              <a:rPr sz="1700">
                <a:solidFill>
                  <a:srgbClr val="0B0B0B"/>
                </a:solidFill>
                <a:latin typeface="Calibri"/>
              </a:rPr>
              <a:t>uses summary statistics (sizes, timings, TCP flags), not packet contents, so it works on encrypted traffic. Same idea as NetFlow / IPFIX.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The catch: imbalance. </a:t>
            </a:r>
            <a:r>
              <a:rPr sz="1700">
                <a:solidFill>
                  <a:srgbClr val="0B0B0B"/>
                </a:solidFill>
                <a:latin typeface="Calibri"/>
              </a:rPr>
              <a:t>benign traffic outnumbers the rarest attack 195,291 to 1.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Three aims. </a:t>
            </a:r>
            <a:r>
              <a:rPr sz="1700">
                <a:solidFill>
                  <a:srgbClr val="0B0B0B"/>
                </a:solidFill>
                <a:latin typeface="Calibri"/>
              </a:rPr>
              <a:t>compare classifiers fairly, test Kernel PCA, and explain the results in networking terms.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5CAB"/>
                </a:solidFill>
                <a:latin typeface="Calibri"/>
              </a:rPr>
              <a:t>The dataset, after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2,574,059 flows, </a:t>
            </a:r>
            <a:r>
              <a:rPr sz="1700">
                <a:solidFill>
                  <a:srgbClr val="0B0B0B"/>
                </a:solidFill>
                <a:latin typeface="Calibri"/>
              </a:rPr>
              <a:t>69 features, 15 classes (CIC-IDS2017, five days of traffic).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Removed 9% duplicate rows </a:t>
            </a:r>
            <a:r>
              <a:rPr sz="1700">
                <a:solidFill>
                  <a:srgbClr val="0B0B0B"/>
                </a:solidFill>
                <a:latin typeface="Calibri"/>
              </a:rPr>
              <a:t>that skew the class balance (we measured the leakage: it barely affects accuracy).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Dropped 8 dead columns </a:t>
            </a:r>
            <a:r>
              <a:rPr sz="1700">
                <a:solidFill>
                  <a:srgbClr val="0B0B0B"/>
                </a:solidFill>
                <a:latin typeface="Calibri"/>
              </a:rPr>
              <a:t>and one duplicated column.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Rarest attacks: </a:t>
            </a:r>
            <a:r>
              <a:rPr sz="1700">
                <a:solidFill>
                  <a:srgbClr val="0B0B0B"/>
                </a:solidFill>
                <a:latin typeface="Calibri"/>
              </a:rPr>
              <a:t>Heartbleed 11 flows, SQL injection 21, Infiltration 36.</a:t>
            </a:r>
          </a:p>
        </p:txBody>
      </p:sp>
      <p:pic>
        <p:nvPicPr>
          <p:cNvPr id="5" name="Picture 4" descr="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234440"/>
            <a:ext cx="5029200" cy="4051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5CAB"/>
                </a:solidFill>
                <a:latin typeface="Calibri"/>
              </a:rPr>
              <a:t>Why accuracy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One shared pipeline. </a:t>
            </a:r>
            <a:r>
              <a:rPr sz="1700">
                <a:solidFill>
                  <a:srgbClr val="0B0B0B"/>
                </a:solidFill>
                <a:latin typeface="Calibri"/>
              </a:rPr>
              <a:t>impute, scale (for scale-sensitive models), classify; fitted on the training split only.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Accuracy hides rare attacks. </a:t>
            </a:r>
            <a:r>
              <a:rPr sz="1700">
                <a:solidFill>
                  <a:srgbClr val="0B0B0B"/>
                </a:solidFill>
                <a:latin typeface="Calibri"/>
              </a:rPr>
              <a:t>a model can ignore every rare attack and still score above 0.9, because benign traffic is 83% of the data.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We report macro F1. </a:t>
            </a:r>
            <a:r>
              <a:rPr sz="1700">
                <a:solidFill>
                  <a:srgbClr val="0B0B0B"/>
                </a:solidFill>
                <a:latin typeface="Calibri"/>
              </a:rPr>
              <a:t>it weights every class equally, so a missed rare attack shows up. Read with the per-class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5CAB"/>
                </a:solidFill>
                <a:latin typeface="Calibri"/>
              </a:rPr>
              <a:t>Classifier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Decision Tree wins. </a:t>
            </a:r>
            <a:r>
              <a:rPr sz="1700">
                <a:solidFill>
                  <a:srgbClr val="0B0B0B"/>
                </a:solidFill>
                <a:latin typeface="Calibri"/>
              </a:rPr>
              <a:t>macro F1 0.885, accuracy 0.998.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Tree ensembles lead; </a:t>
            </a:r>
            <a:r>
              <a:rPr sz="1700">
                <a:solidFill>
                  <a:srgbClr val="0B0B0B"/>
                </a:solidFill>
                <a:latin typeface="Calibri"/>
              </a:rPr>
              <a:t>linear models trail.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Accuracy above 0.9 for most, </a:t>
            </a:r>
            <a:r>
              <a:rPr sz="1700">
                <a:solidFill>
                  <a:srgbClr val="0B0B0B"/>
                </a:solidFill>
                <a:latin typeface="Calibri"/>
              </a:rPr>
              <a:t>but macro F1 spreads far wider.</a:t>
            </a:r>
          </a:p>
        </p:txBody>
      </p:sp>
      <p:pic>
        <p:nvPicPr>
          <p:cNvPr id="5" name="Picture 4" descr="03_accuracy_vs_macro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035040" cy="47730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5CAB"/>
                </a:solidFill>
                <a:latin typeface="Calibri"/>
              </a:rPr>
              <a:t>Kernel PCA: helps only KNN and SVM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5 kernels x 3 sizes x 3 counts, </a:t>
            </a:r>
            <a:r>
              <a:rPr sz="1700">
                <a:solidFill>
                  <a:srgbClr val="0B0B0B"/>
                </a:solidFill>
                <a:latin typeface="Calibri"/>
              </a:rPr>
              <a:t>7 classifiers = 336 runs on a 10k sample.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Reduction helps only KNN (+0.025) and SVM (+0.073), </a:t>
            </a:r>
            <a:r>
              <a:rPr sz="1700">
                <a:solidFill>
                  <a:srgbClr val="0B0B0B"/>
                </a:solidFill>
                <a:latin typeface="Calibri"/>
              </a:rPr>
              <a:t>both with the sigmoid kernel.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Every other classifier </a:t>
            </a:r>
            <a:r>
              <a:rPr sz="1700">
                <a:solidFill>
                  <a:srgbClr val="0B0B0B"/>
                </a:solidFill>
                <a:latin typeface="Calibri"/>
              </a:rPr>
              <a:t>does worse than with all 69 features.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Poly is the worst kernel; </a:t>
            </a:r>
            <a:r>
              <a:rPr sz="1700">
                <a:solidFill>
                  <a:srgbClr val="0B0B0B"/>
                </a:solidFill>
                <a:latin typeface="Calibri"/>
              </a:rPr>
              <a:t>more components always help.</a:t>
            </a:r>
          </a:p>
        </p:txBody>
      </p:sp>
      <p:pic>
        <p:nvPicPr>
          <p:cNvPr id="5" name="Picture 4" descr="08_kpca_best_vs_no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943600" cy="39726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5CAB"/>
                </a:solidFill>
                <a:latin typeface="Calibri"/>
              </a:rPr>
              <a:t>What the features say about each 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PortScan: </a:t>
            </a:r>
            <a:r>
              <a:rPr sz="1700">
                <a:solidFill>
                  <a:srgbClr val="0B0B0B"/>
                </a:solidFill>
                <a:latin typeface="Calibri"/>
              </a:rPr>
              <a:t>tiny flows, zero payload, thousands of probes per second.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Slow DoS: </a:t>
            </a:r>
            <a:r>
              <a:rPr sz="1700">
                <a:solidFill>
                  <a:srgbClr val="0B0B0B"/>
                </a:solidFill>
                <a:latin typeface="Calibri"/>
              </a:rPr>
              <a:t>packets seconds apart, not milliseconds.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Heartbleed: </a:t>
            </a:r>
            <a:r>
              <a:rPr sz="1700">
                <a:solidFill>
                  <a:srgbClr val="0B0B0B"/>
                </a:solidFill>
                <a:latin typeface="Calibri"/>
              </a:rPr>
              <a:t>huge server reply packets separate all 11 flows perfectly.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Web brute force vs XSS: </a:t>
            </a:r>
            <a:r>
              <a:rPr sz="1700">
                <a:solidFill>
                  <a:srgbClr val="0B0B0B"/>
                </a:solidFill>
                <a:latin typeface="Calibri"/>
              </a:rPr>
              <a:t>identical flow signature, so they get confused.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Caution: </a:t>
            </a:r>
            <a:r>
              <a:rPr sz="1700">
                <a:solidFill>
                  <a:srgbClr val="0B0B0B"/>
                </a:solidFill>
                <a:latin typeface="Calibri"/>
              </a:rPr>
              <a:t>top features (port, TCP window) are partly dataset shortcuts.</a:t>
            </a:r>
          </a:p>
        </p:txBody>
      </p:sp>
      <p:pic>
        <p:nvPicPr>
          <p:cNvPr id="5" name="Picture 4" descr="10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34440"/>
            <a:ext cx="5669280" cy="4923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5CAB"/>
                </a:solidFill>
                <a:latin typeface="Calibri"/>
              </a:rPr>
              <a:t>Fixing the class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Applied to training only, </a:t>
            </a:r>
            <a:r>
              <a:rPr sz="1700">
                <a:solidFill>
                  <a:srgbClr val="0B0B0B"/>
                </a:solidFill>
                <a:latin typeface="Calibri"/>
              </a:rPr>
              <a:t>so the test scores stay honest.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Class weights, undersampling, SMOTE.</a:t>
            </a:r>
            <a:r>
              <a:rPr sz="1700">
                <a:solidFill>
                  <a:srgbClr val="0B0B0B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Recovers rare-attack recall </a:t>
            </a:r>
            <a:r>
              <a:rPr sz="1700">
                <a:solidFill>
                  <a:srgbClr val="0B0B0B"/>
                </a:solidFill>
                <a:latin typeface="Calibri"/>
              </a:rPr>
              <a:t>that the plain models miss entirely.</a:t>
            </a:r>
          </a:p>
        </p:txBody>
      </p:sp>
      <p:pic>
        <p:nvPicPr>
          <p:cNvPr id="5" name="Picture 4" descr="12_imbalance_rare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188720"/>
            <a:ext cx="6217920" cy="61892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5CAB"/>
                </a:solidFill>
                <a:latin typeface="Calibri"/>
              </a:rPr>
              <a:t>We tested two common assumptions. Both were wrong.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"Duplicates inflate the scores." </a:t>
            </a:r>
            <a:r>
              <a:rPr sz="1700">
                <a:solidFill>
                  <a:srgbClr val="0B0B0B"/>
                </a:solidFill>
                <a:latin typeface="Calibri"/>
              </a:rPr>
              <a:t>13.2% of test rows are memorisable, yet accuracy on them is only +0.001 above unseen rows. Inflation: +0.0002.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"Models lean on giveaway features." </a:t>
            </a:r>
            <a:r>
              <a:rPr sz="1700">
                <a:solidFill>
                  <a:srgbClr val="0B0B0B"/>
                </a:solidFill>
                <a:latin typeface="Calibri"/>
              </a:rPr>
              <a:t>drop Destination Port and both TCP window features and macro F1 falls just 0.02 to 0.04. Not an artefact.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Why: </a:t>
            </a:r>
            <a:r>
              <a:rPr sz="1700">
                <a:solidFill>
                  <a:srgbClr val="0B0B0B"/>
                </a:solidFill>
                <a:latin typeface="Calibri"/>
              </a:rPr>
              <a:t>unseen-row accuracy is already 0.998, so memorisation has no headroom; and 28 correlated feature pairs mean the signal simply reroutes.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The real lesson: </a:t>
            </a:r>
            <a:r>
              <a:rPr sz="1700">
                <a:solidFill>
                  <a:srgbClr val="0B0B0B"/>
                </a:solidFill>
                <a:latin typeface="Calibri"/>
              </a:rPr>
              <a:t>importance rankings mislead when features are redundant. Dedup still matters, but for class balance, not inflation.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5CAB"/>
                </a:solidFill>
                <a:latin typeface="Calibri"/>
              </a:rPr>
              <a:t>Deployment and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Runs beside the traffic, </a:t>
            </a:r>
            <a:r>
              <a:rPr sz="1700">
                <a:solidFill>
                  <a:srgbClr val="0B0B0B"/>
                </a:solidFill>
                <a:latin typeface="Calibri"/>
              </a:rPr>
              <a:t>not inline: a verdict comes only when the flow ends.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Speed matters: </a:t>
            </a:r>
            <a:r>
              <a:rPr sz="1700">
                <a:solidFill>
                  <a:srgbClr val="0B0B0B"/>
                </a:solidFill>
                <a:latin typeface="Calibri"/>
              </a:rPr>
              <a:t>the classifier must keep up with the link's flow rate.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Encryption is fine; </a:t>
            </a:r>
            <a:r>
              <a:rPr sz="1700">
                <a:solidFill>
                  <a:srgbClr val="0B0B0B"/>
                </a:solidFill>
                <a:latin typeface="Calibri"/>
              </a:rPr>
              <a:t>payload attacks (SQL injection, XSS) need application logs too.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5CAB"/>
                </a:solidFill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Takeaway: </a:t>
            </a:r>
            <a:r>
              <a:rPr sz="1700">
                <a:solidFill>
                  <a:srgbClr val="0B0B0B"/>
                </a:solidFill>
                <a:latin typeface="Calibri"/>
              </a:rPr>
              <a:t>a plain decision tree is enough; report macro F1, not accuracy; Kernel PCA is not a free win; the rare and look-alike attacks stay hard.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463040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github.com/JONATHANJOHN95001/acn-network-intrusion-detection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Intrusion Detection on CIC-IDS2017</dc:title>
  <dc:subject/>
  <dc:creator>Jonathan John</dc:creator>
  <cp:keywords/>
  <dc:description/>
  <cp:lastModifiedBy>Jonathan John</cp:lastModifiedBy>
  <cp:revision>1</cp:revision>
  <dcterms:created xsi:type="dcterms:W3CDTF">2013-01-27T09:14:16Z</dcterms:created>
  <dcterms:modified xsi:type="dcterms:W3CDTF">2013-01-27T09:15:58Z</dcterms:modified>
  <cp:category/>
</cp:coreProperties>
</file>